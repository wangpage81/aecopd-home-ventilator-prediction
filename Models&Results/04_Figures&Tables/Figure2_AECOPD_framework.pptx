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581" y="7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5EB91-0444-9FA8-8EEA-CE1878CB01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5A87A4-0691-F809-F1BB-C65A853DDB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3E3E8-AE40-BCA0-EF40-D35FF07C5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F1DF8-962C-430B-BA42-9148911022D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CC9E0-845F-E1CE-B43A-5ABB8B1FA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40C07-AC0F-9BB0-8A84-A786FF548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6BF81-C6A6-4522-9BBE-F06517990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558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7A39B-BDA6-801E-BEB1-BA28EB2E9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36DDB-53BB-14BF-B527-FDFF883EF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74A28-ABAC-BDF3-E746-1D662E14E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F1DF8-962C-430B-BA42-9148911022D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F5908-5F07-F781-25F9-A3D2E14DE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3A35D-B55C-B605-A9AB-D0BE8C3EA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6BF81-C6A6-4522-9BBE-F06517990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731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21C4F-EDFA-0B0E-41FA-4F36C4D37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5A3CA6-A8CD-451B-C26B-60B7ABF1FA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F2A65-AB52-C1F8-AB5B-C24BDC268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F1DF8-962C-430B-BA42-9148911022D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281E93-1347-8A06-0F67-BA87613DB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B454E-92E7-C021-9086-79E3E530C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6BF81-C6A6-4522-9BBE-F06517990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352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3B8A2-F666-B3AD-D50B-0E9F2973A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37683-1D11-3361-09B8-0B9AC12C43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AF2887-97D3-0026-FA27-E939B67B62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346F87-4F3B-8BD8-A75A-72447C421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F1DF8-962C-430B-BA42-9148911022D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D80F12-B338-3304-BDB0-362B0B78D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074E8A-1B62-0649-FEA5-FC1EAC161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6BF81-C6A6-4522-9BBE-F06517990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459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A3C92-AE27-F6A9-E9B0-700404782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A0F869-BDFA-857C-EE3E-BD01EB3815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016850-F7C0-540F-5018-1D504B9725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CFEC18-54EB-9D2B-394D-B9A44CA334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C61CEA-EC90-6C3F-75C8-B01B63D2D2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5EC07C-935E-7C47-9F60-61C3ECA44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F1DF8-962C-430B-BA42-9148911022D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CC413D-33A9-3F5B-0279-7C06082E0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5CB038-1B02-B3D6-492D-A43C3B248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6BF81-C6A6-4522-9BBE-F06517990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052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129FB-A933-3BB6-CB10-339DD431F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28596C-9B6E-4A89-B221-1C9BEDCFB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F1DF8-962C-430B-BA42-9148911022D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64AC20-BDC0-8C3C-61DB-E591DF591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A394A5-9278-8DE9-2A6C-D4E9EFD46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6BF81-C6A6-4522-9BBE-F06517990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519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1F6F5F-B314-BA47-7CA4-AC5AD9FDD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F1DF8-962C-430B-BA42-9148911022D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3DDDDD-F184-7C93-2A08-E27E5CEF3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CC135-2C81-1DCC-6DC7-D6A3E37CF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6BF81-C6A6-4522-9BBE-F06517990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437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7E969-77D9-1AA3-34AD-6C5E23CB0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E5400-EAF3-4A45-63E2-E269953DC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FE7A63-B611-05D7-9548-0DFE746BB9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1B5671-7048-E3D1-52B2-2DF21C263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F1DF8-962C-430B-BA42-9148911022D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20A8-F9BE-3C61-015C-BEA923969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A77CF1-D3E3-C516-BBC3-340D064C6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6BF81-C6A6-4522-9BBE-F06517990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83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3DB94-21B7-329F-EC23-5FB8D8B3E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75094B-D5C9-AF8D-A64F-A72FB77745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077E32-1A79-7644-A4A8-2D3632CE0F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B72722-0E78-18CA-7C47-8FB96F461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F1DF8-962C-430B-BA42-9148911022D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8553C-9BDE-6808-1E4A-FB2A8890C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F00127-4A4E-5FFB-CBDD-E450319BC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6BF81-C6A6-4522-9BBE-F06517990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066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045DB-9292-E48F-8380-912E31853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D5F834-A310-9E9E-667A-30E064CF8D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A033E-0B32-8893-7988-7AFF03BCE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F1DF8-962C-430B-BA42-9148911022D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E6070-7244-E025-283C-D016D6F17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F1BF42-77AF-01D0-83BA-B55721461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6BF81-C6A6-4522-9BBE-F06517990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190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3F93E7-AB6D-44C3-21BC-B0B21F5C7B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E68312-C0D7-CA10-4582-4721F5CE42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9C1A7-5CBB-6D1C-4F9B-5DDD1A4A5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F1DF8-962C-430B-BA42-9148911022D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7334E-8271-C733-EF69-6BE1C4C18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147D5-5522-6E20-832A-26074A40D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6BF81-C6A6-4522-9BBE-F06517990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046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767B11-B556-B07D-3E71-EB19C9634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28C102-8B62-6D48-C388-D6F377E7BD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39F85-3C9F-3BC0-4773-B1DD770B3F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DF1DF8-962C-430B-BA42-9148911022DE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512C3-7589-90CD-5643-3E0C4741E1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AFF61-506B-5443-A740-258AB9607F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A6BF81-C6A6-4522-9BBE-F06517990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667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E6D981-0221-34A9-75C1-231C96F512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1F1B98E-88E6-C1B6-DD2F-36778EE43E6D}"/>
              </a:ext>
            </a:extLst>
          </p:cNvPr>
          <p:cNvSpPr/>
          <p:nvPr/>
        </p:nvSpPr>
        <p:spPr>
          <a:xfrm>
            <a:off x="1041621" y="79513"/>
            <a:ext cx="3283889" cy="85874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E89C7B-2C8C-95A4-76A2-CD1477CC34A6}"/>
              </a:ext>
            </a:extLst>
          </p:cNvPr>
          <p:cNvSpPr/>
          <p:nvPr/>
        </p:nvSpPr>
        <p:spPr>
          <a:xfrm>
            <a:off x="2334638" y="5517275"/>
            <a:ext cx="7694579" cy="110881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21EE6D-3950-3562-425E-2918179FF37C}"/>
              </a:ext>
            </a:extLst>
          </p:cNvPr>
          <p:cNvSpPr/>
          <p:nvPr/>
        </p:nvSpPr>
        <p:spPr>
          <a:xfrm>
            <a:off x="1776919" y="79513"/>
            <a:ext cx="6663447" cy="176874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9A30E8-5AC8-9131-2407-508E486FD940}"/>
              </a:ext>
            </a:extLst>
          </p:cNvPr>
          <p:cNvSpPr/>
          <p:nvPr/>
        </p:nvSpPr>
        <p:spPr>
          <a:xfrm>
            <a:off x="1334801" y="788518"/>
            <a:ext cx="1258921" cy="503777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38201824-4828-7696-70A0-253A200A0140}"/>
              </a:ext>
            </a:extLst>
          </p:cNvPr>
          <p:cNvSpPr/>
          <p:nvPr/>
        </p:nvSpPr>
        <p:spPr>
          <a:xfrm>
            <a:off x="947205" y="3019973"/>
            <a:ext cx="321013" cy="16537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EBCDC71-9835-4BF0-B8FF-545BAF5B252F}"/>
              </a:ext>
            </a:extLst>
          </p:cNvPr>
          <p:cNvCxnSpPr/>
          <p:nvPr/>
        </p:nvCxnSpPr>
        <p:spPr>
          <a:xfrm>
            <a:off x="8180962" y="5515583"/>
            <a:ext cx="0" cy="6128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0BECABBD-ECBA-4F7C-A4A8-221AA0962DF9}"/>
              </a:ext>
            </a:extLst>
          </p:cNvPr>
          <p:cNvCxnSpPr>
            <a:cxnSpLocks/>
          </p:cNvCxnSpPr>
          <p:nvPr/>
        </p:nvCxnSpPr>
        <p:spPr>
          <a:xfrm rot="16200000" flipH="1">
            <a:off x="3365364" y="1312828"/>
            <a:ext cx="2013628" cy="7617571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1348749-BD37-BCC4-6B06-65E70A6FBB79}"/>
              </a:ext>
            </a:extLst>
          </p:cNvPr>
          <p:cNvSpPr/>
          <p:nvPr/>
        </p:nvSpPr>
        <p:spPr>
          <a:xfrm>
            <a:off x="10438459" y="2277202"/>
            <a:ext cx="1028131" cy="183759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90000" rIns="0" bIns="90000" rtlCol="0" anchor="ctr">
            <a:no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Risk Label + TTE Alert (Label 1 Only)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F95026E-8EE9-0E86-5732-7F6CBD448E7B}"/>
              </a:ext>
            </a:extLst>
          </p:cNvPr>
          <p:cNvSpPr/>
          <p:nvPr/>
        </p:nvSpPr>
        <p:spPr>
          <a:xfrm>
            <a:off x="1400891" y="2340730"/>
            <a:ext cx="1028131" cy="183759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90000" rIns="0" bIns="90000" rtlCol="0" anchor="ctr">
            <a:no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  Data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( 7 days, 2 columns, pressure &amp; flow)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CB093545-86CE-CE77-11A7-19375203730D}"/>
              </a:ext>
            </a:extLst>
          </p:cNvPr>
          <p:cNvSpPr/>
          <p:nvPr/>
        </p:nvSpPr>
        <p:spPr>
          <a:xfrm>
            <a:off x="79580" y="2285999"/>
            <a:ext cx="1028131" cy="183759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90000" rIns="0" bIns="90000" rtlCol="0" anchor="ctr">
            <a:no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 Ventilator Data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(30 days, 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columns)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85AE43A-FE52-AB1C-0651-47BED04E999B}"/>
              </a:ext>
            </a:extLst>
          </p:cNvPr>
          <p:cNvSpPr/>
          <p:nvPr/>
        </p:nvSpPr>
        <p:spPr>
          <a:xfrm>
            <a:off x="2547998" y="5380115"/>
            <a:ext cx="7694579" cy="7580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244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CB56D4-0FB2-C678-740A-7386B3901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15" y="716045"/>
            <a:ext cx="11644369" cy="5425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521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35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Dongyang Wang</dc:creator>
  <cp:lastModifiedBy>Dongyang Wang</cp:lastModifiedBy>
  <cp:revision>1</cp:revision>
  <dcterms:created xsi:type="dcterms:W3CDTF">2026-05-13T14:13:56Z</dcterms:created>
  <dcterms:modified xsi:type="dcterms:W3CDTF">2026-05-13T14:51:32Z</dcterms:modified>
</cp:coreProperties>
</file>